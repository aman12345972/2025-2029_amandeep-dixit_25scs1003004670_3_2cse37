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3977640" y="0"/>
            <a:ext cx="0" cy="685800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21892" y="572262"/>
            <a:ext cx="1133856" cy="13243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F2B134"/>
            </a:solidFill>
            <a:prstDash val="solid"/>
          </a:ln>
        </p:spPr>
      </p:sp>
      <p:pic>
        <p:nvPicPr>
          <p:cNvPr id="5" name="Image 0" descr="/home/claude/internship_ppt/college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681990"/>
            <a:ext cx="914400" cy="1104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03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74320" y="25420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" y="2971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65860" y="3794760"/>
            <a:ext cx="1645920" cy="0"/>
          </a:xfrm>
          <a:prstGeom prst="line">
            <a:avLst/>
          </a:prstGeom>
          <a:noFill/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023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43159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4320" y="4709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 2026–2027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80560" y="1417320"/>
            <a:ext cx="72539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DEVELOPER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PRESENTATION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4480560" y="2788920"/>
            <a:ext cx="7253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part of the Python Developer Internship, completed in partial fulfillment of the practical/industrial training component of the B.Tech CSE program.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80560" y="3657600"/>
            <a:ext cx="7253935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480560" y="3657600"/>
            <a:ext cx="82296" cy="2176272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3794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00600" y="3794760"/>
            <a:ext cx="6613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00600" y="42702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NO.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00600" y="4270248"/>
            <a:ext cx="6613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25SCS1003004670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800600" y="47457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00600" y="4745736"/>
            <a:ext cx="6613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 (2nd Year)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00600" y="52212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00600" y="5221224"/>
            <a:ext cx="6613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480560" y="6016752"/>
            <a:ext cx="7253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Defense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Candidate's Declaration &amp; Acknowledgement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Candidate's Declaration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hereby affirm that this internship presentation — including all analysis, code, and documentation — represents my own independent work, carried out in fulfillment of the B.Tech CSE degree requirements at IILM University.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work, not submitted elsewhere for any degree or diploma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references and sources duly cited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responsibility accepted for authenticity of content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gratefully acknowledge the guidance and support extended throughout this internship journey: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0233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faculty, for academic mentorship and structured direction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at Codec Technologies, for hands-on technical guidance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and family, for continuous encouragement and support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Codec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AICTE- and ICAC-approved training partner that runs structured, industry-aligned internship programs for engineering and computer science students, delivered in partnership with the National Internship Portal.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hands-on, project-based learning rather than passive coursework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1-month remote internship track for Python development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as a Google for Education partner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led by Dr. Anurag Shrivastava, Program Manager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69480" y="1691640"/>
            <a:ext cx="434340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58952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Duration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89520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8952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8952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+ ICAC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0" y="5184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Program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0332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Aug 2026 – 30 Aug 2026 (1 Month)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5548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5548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&amp; Automation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covered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guided, project-based track in Python covering scripting fundamentals, third-party libraries, and real-world automation — culminating in an end-to-end script that automates a repetitive, manual task.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482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Python Fundamentals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Python (functions, file I/O, error handling) to a real automation problem.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20848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0482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Automation Tooling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hands-on with libraries used for browser control, HTTP requests, and file handling.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970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 Manual Task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repetitive, time-consuming task and design a script to handle it end-to-end.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970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Industry Practices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28232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structured development: planning, testing, debugging, and documentation.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language for the entire project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084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HTTP requests and handling responses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084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HTML and extracting page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3251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325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browser actions and form submission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43251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325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and exporting collected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43251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325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94192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project tracking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a Repetitive Manual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project involved analyzing a task that was previously done by hand — repeatedly filling out forms and processing files — and building a Python script to perform it automatically, reliably, and faster than manual effort.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6306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task data from source files (CSV/Excel) instead of manual entry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743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6306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2628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fills forms / processes files programmatically, task after task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743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6306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7532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Logging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7532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checked and logged so errors can be traced and re-run safely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3127248"/>
            <a:ext cx="1453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48840" y="361188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41448" y="3017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3127248"/>
            <a:ext cx="1453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Automation 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41648" y="361188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34256" y="3017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3127248"/>
            <a:ext cx="1453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Each Record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34456" y="361188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27064" y="3017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3127248"/>
            <a:ext cx="1453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/ Submit Form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27264" y="361188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9872" y="3017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93024" y="3127248"/>
            <a:ext cx="1453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Result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20072" y="361188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2680" y="3017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5832" y="3127248"/>
            <a:ext cx="1453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Summary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unattended once triggered — the script pulls the next record, performs the required action, and logs the outcome before moving to the next item, removing the need for manual repetition.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Delivered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2402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task lists directly from spreadsheet/CSV input — no manual copy-paste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365760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fills and submits repetitive forms using Selenium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50749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463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files in bulk — renaming, moving, and organizing outputs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22402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error handling so one bad record doesn't stop the whole run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3368" y="365760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34290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log/summary report after every run for easy review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70916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3368" y="50749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48463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and configurable — new tasks can be added without rewriting the script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02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page/form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93852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9385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explicit waits and flexible element selectors so the script tolerates minor layout changes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1775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77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0358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failed submissions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03580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30358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each step in try/except blocks with retry logic and clear error logging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74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74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1330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 of repetitive records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413308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413308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the script into reusable functions and looped over structured input data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3721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72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2303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what succeeded or failed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523036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9320" y="52303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logging system that records the status of every processed record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Python scripting beyond classroom exercises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5740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and browser automation with real tools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code into clean, reusable functions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01752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8346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handling real-world errors gracefully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 files (CSV/Excel) programmatically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94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397764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794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habits: documentation, logging, version control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3977640"/>
          </a:xfrm>
          <a:prstGeom prst="roundRect">
            <a:avLst>
              <a:gd name="adj" fmla="val 2299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one-month internship with Codec Technologies turned classroom Python knowledge into a working automation tool that solves a real, repetitive problem. Beyond the code, it built confidence in planning a project end-to-end — from understanding the task, to building, testing, and refining the solution.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585216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9319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Codec Technologies and mentor Dr. Anurag Shrivastava for the guidance and opportunity throughout this program.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783080"/>
            <a:ext cx="434340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Completion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Developer Intern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0" y="3063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Program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Aug 2026 – 30 Aug 2026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4251960"/>
            <a:ext cx="37490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434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Amandeep Dixit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4846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5349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Certificate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97000" y="1490472"/>
            <a:ext cx="8997696" cy="5705856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3A4590"/>
            </a:solidFill>
            <a:prstDash val="solid"/>
          </a:ln>
        </p:spPr>
      </p:sp>
      <p:pic>
        <p:nvPicPr>
          <p:cNvPr id="5" name="Image 0" descr="/home/claude/internship_ppt/certificat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60020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Amandeep Dixit  |  Python Developer Intern  |  Codec Technologies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2026-08-30T06:58:17Z</dcterms:created>
  <dcterms:modified xsi:type="dcterms:W3CDTF">2026-08-30T06:58:17Z</dcterms:modified>
</cp:coreProperties>
</file>